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Certificate_Study 프로젝트 발표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+ Frontend + SFU(미디어 서버) 구조 요약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2026-02-04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아키텍처 한 장 요약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Frontend(React): LMS + 화상회의 UI, WebSocket(백엔드) + WSS(SFU)로 연결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Backend(Spring Boot): REST API, OAuth2/JWT 보안, WebSocket 룸 상태/채팅/방장 기능, SFU REST 프록시(/api/signal)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SFU(Node + mediasoup): HTTPS/WSS(4000) 기반 미디어 라우팅(Transport/Produce/Consume/Resume)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데이터: MySQL(RDS) + S3 업로드 + MyBatis/JPA 혼용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Backend: Spring Boot 3.5.x, Java 17, WebSocket, Spring Security, OAuth2 Client, JWT(jjwt), JPA + MyBatis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Frontend: React(CRA), react-router, axios, mediasoup-client, ws 프록시(http-proxy-middleware), Three.js/VRM, MediaPipe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SFU: Node.js(ESM), mediasoup, ws(WebSocketServer), express, HTTPS(TLS 인증서 경로 지정)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핵심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포트/환경: server.port=8080, DB는 RDS 환경변수(${RDS_HOSTNAME} 등) 기반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보안: Spring Security + OAuth2(Kakao/Google/Naver) + JWT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파일: S3 연동, 업로드 한도 100MB(멀티파트)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OpenAI Chat Completions 연동(키는 환경변수)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WebSocket(화상회의 룸)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엔드포인트: /ws/room/{roomId} (프론트에서 프록시로 접근)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USERS_UPDATE 브로드캐스트, SPEAKING 상태, USER_STATE_CHANGE(마이크/카메라/필터 상태)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 기능: FORCE_MUTE / FORCE_CAMERA_OFF / FORCE_UNMUTE / FORCE_CAMERA_ON / KICK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UX: 연결 끊김 시 online=false로 60초 보관 → 재접속 시 복원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동기화: roomStartedAt 기준 경과시간을 1초마다 브로드캐스트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↔ SFU 연동(시그널링/제어)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컨트롤러: /api/signal/* → SFU REST로 포워딩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호출: /room, /transport, /produce, /consume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SfuClient: RestTemplate로 SFU_BASE_URL에 POST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코드에 SFU 주소가 하드코딩(예: http://172.30.1.250:4000)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SFU 서버(Node + mediasoup) 구조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서버 + WSS(WebSocketServer)로 제어 메시지 처리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rooms: roomId → router + peers(Map) 관리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액션: join / room:sync / createTransport / connectTransport / produce / consume / resumeConsumer / closeProducer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Transport: listenIps(0.0.0.0) + announcedIp(자동 감지한 서버 IP), STUN 기본 설정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이벤트: newProducer/producerClosed/peerLeft/peerCount 브로드캐스트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Frontend(React) 주요 화면/모듈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LMS: 대시보드/과제/출석/게시판/캘린더/스터디관리 등 모듈화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Auth: OAuth 콜백/성공/실패, 회원가입 플로우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WebRTC: MeetingPage(대규모), MeetingContext로 상태 공유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프록시: /api, /oauth2, /ws(백엔드:8080), /sfu(SFU:4000)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화상회의 연결 흐름(두 채널)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WebSocket(/ws/room/{roomId})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1097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SFU WSS(4000, mediasoup 제어)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목록/상태(USERS_UPDATE)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말하기 표시(SPEAKING)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 제어(FORCE_*, KICK)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처리(online=false 보관)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→ rtpCapabilities/기존 producer 목록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createTransport(send/recv) → DTLS 연결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produce(오디오/카메라/화면공유)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 + resumeConsumer → 원격 트랙 수신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품질/UX 최적화 포인트(코드에서 확인된 것)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PiP/리마운트 깜빡임 방지: 마지막 프레임 전역 캐시(globalFrameCache) + srcObject 교체 최소화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컨텍스트 공유: 타일마다 새 AudioContext 생성 방지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SFU: video consumer 생성 직후 requestKeyFrame()로 초반 화질 개선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WS: 세션별 전송 락으로 TEXT_PARTIAL_WRITING 예외 방지(전송 직렬화)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운영/배포 체크리스트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7899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환경변수: RDS_*, AWS_*, OAuth2(KAKAO/GOOGLE/NAVER), OPENAI_API_KEY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SFU TLS: C:/certs/server-key.pem, C:/certs/server.pem 경로 존재 필요(또는 코드/환경으로 분리 권장)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네트워크: SFU announcedIp가 외부/클라이언트에서 도달 가능한 IP여야 함(NAT/클라우드 환경 주의)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업로드: 백엔드 멀티파트 100MB, 프록시(Nginx 등) client_max_body_size도 함께 설정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Cursor AI</dc:creator>
  <cp:lastModifiedBy>Cursor AI</cp:lastModifiedBy>
  <cp:revision>1</cp:revision>
  <dcterms:created xsi:type="dcterms:W3CDTF">2026-02-04T07:00:09Z</dcterms:created>
  <dcterms:modified xsi:type="dcterms:W3CDTF">2026-02-04T07:00:09Z</dcterms:modified>
</cp:coreProperties>
</file>